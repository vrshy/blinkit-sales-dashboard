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4" d="100"/>
          <a:sy n="64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55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72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5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0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84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860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68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80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533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77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5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rgbClr val="49702E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rgbClr val="49702E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rgbClr val="49702E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Custom 1">
      <a:dk1>
        <a:srgbClr val="000000"/>
      </a:dk1>
      <a:lt1>
        <a:srgbClr val="FFFFFF"/>
      </a:lt1>
      <a:dk2>
        <a:srgbClr val="FFC000"/>
      </a:dk2>
      <a:lt2>
        <a:srgbClr val="EFE6EB"/>
      </a:lt2>
      <a:accent1>
        <a:srgbClr val="AC9E0C"/>
      </a:accent1>
      <a:accent2>
        <a:srgbClr val="AC9E0C"/>
      </a:accent2>
      <a:accent3>
        <a:srgbClr val="EF3475"/>
      </a:accent3>
      <a:accent4>
        <a:srgbClr val="8961F3"/>
      </a:accent4>
      <a:accent5>
        <a:srgbClr val="FFC000"/>
      </a:accent5>
      <a:accent6>
        <a:srgbClr val="E78813"/>
      </a:accent6>
      <a:hlink>
        <a:srgbClr val="CD45C3"/>
      </a:hlink>
      <a:folHlink>
        <a:srgbClr val="E34E4E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574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S0510632</cp:lastModifiedBy>
  <cp:revision>18</cp:revision>
  <dcterms:created xsi:type="dcterms:W3CDTF">2024-06-24T12:27:37Z</dcterms:created>
  <dcterms:modified xsi:type="dcterms:W3CDTF">2026-10-14T08:13:53Z</dcterms:modified>
</cp:coreProperties>
</file>